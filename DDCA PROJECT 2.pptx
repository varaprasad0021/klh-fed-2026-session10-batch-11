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960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484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36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865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169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007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551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216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758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29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8892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287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45749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0781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3931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657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6432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742172" y="215766"/>
            <a:ext cx="10642333" cy="62170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dirty="0" smtClean="0"/>
              <a:t> </a:t>
            </a:r>
            <a:r>
              <a:rPr lang="en-IN" sz="3600" dirty="0"/>
              <a:t>DESIGN OF A 4:1 MULTIPLEXER AND EXTENSION TO AN 8:1 MULTIPLEXER</a:t>
            </a:r>
          </a:p>
          <a:p>
            <a:endParaRPr lang="en-IN" dirty="0"/>
          </a:p>
          <a:p>
            <a:r>
              <a:rPr lang="en-IN" sz="2400" dirty="0" smtClean="0"/>
              <a:t>Subject: </a:t>
            </a:r>
            <a:r>
              <a:rPr lang="en-IN" sz="2400" dirty="0"/>
              <a:t>DDCA (Digital Design and Computer Architecture</a:t>
            </a:r>
            <a:r>
              <a:rPr lang="en-IN" dirty="0"/>
              <a:t>)</a:t>
            </a:r>
          </a:p>
          <a:p>
            <a:endParaRPr lang="en-IN" sz="2400" dirty="0"/>
          </a:p>
          <a:p>
            <a:r>
              <a:rPr lang="en-IN" sz="2400" dirty="0" smtClean="0"/>
              <a:t>Project : Logic </a:t>
            </a:r>
            <a:r>
              <a:rPr lang="en-IN" sz="2400" dirty="0"/>
              <a:t>Gates, Digital Logic Diagrams and </a:t>
            </a:r>
            <a:r>
              <a:rPr lang="en-IN" sz="2400" dirty="0" err="1" smtClean="0"/>
              <a:t>Logisim</a:t>
            </a:r>
            <a:r>
              <a:rPr lang="en-IN" sz="2400" dirty="0" smtClean="0"/>
              <a:t> </a:t>
            </a:r>
            <a:r>
              <a:rPr lang="en-IN" sz="2400" dirty="0"/>
              <a:t>Implementation</a:t>
            </a:r>
          </a:p>
          <a:p>
            <a:endParaRPr lang="en-IN" dirty="0"/>
          </a:p>
          <a:p>
            <a:r>
              <a:rPr lang="en-IN" sz="2800" dirty="0" smtClean="0"/>
              <a:t>Group Number:11</a:t>
            </a:r>
            <a:endParaRPr lang="en-IN" sz="2800" dirty="0"/>
          </a:p>
          <a:p>
            <a:endParaRPr lang="en-IN" dirty="0"/>
          </a:p>
          <a:p>
            <a:r>
              <a:rPr lang="en-IN" sz="2800" dirty="0" smtClean="0"/>
              <a:t>Group </a:t>
            </a:r>
            <a:r>
              <a:rPr lang="en-IN" sz="2800" dirty="0"/>
              <a:t>Members</a:t>
            </a:r>
            <a:r>
              <a:rPr lang="en-IN" sz="2800" dirty="0" smtClean="0"/>
              <a:t>:</a:t>
            </a:r>
            <a:endParaRPr lang="en-IN" sz="2800" dirty="0"/>
          </a:p>
          <a:p>
            <a:r>
              <a:rPr lang="en-IN" sz="2400" dirty="0" smtClean="0"/>
              <a:t>1</a:t>
            </a:r>
            <a:r>
              <a:rPr lang="en-IN" sz="2400" dirty="0"/>
              <a:t>. 2620030707 – BHANU SINGH</a:t>
            </a:r>
          </a:p>
          <a:p>
            <a:r>
              <a:rPr lang="en-IN" sz="2400" dirty="0"/>
              <a:t>2. 2620030676 – VARA PRASAD</a:t>
            </a:r>
          </a:p>
          <a:p>
            <a:r>
              <a:rPr lang="en-IN" sz="2400" dirty="0"/>
              <a:t>3. 2620090099 – DARSHAN</a:t>
            </a:r>
          </a:p>
          <a:p>
            <a:r>
              <a:rPr lang="en-IN" sz="2400" dirty="0"/>
              <a:t>4. 2620090001 – SAHASRA</a:t>
            </a:r>
          </a:p>
          <a:p>
            <a:r>
              <a:rPr lang="en-IN" sz="2400" dirty="0"/>
              <a:t>5. 262009011 – AKSHAYA </a:t>
            </a:r>
            <a:r>
              <a:rPr lang="en-IN" sz="2400" dirty="0" smtClean="0"/>
              <a:t>MARRI</a:t>
            </a:r>
          </a:p>
        </p:txBody>
      </p:sp>
    </p:spTree>
    <p:extLst>
      <p:ext uri="{BB962C8B-B14F-4D97-AF65-F5344CB8AC3E}">
        <p14:creationId xmlns:p14="http://schemas.microsoft.com/office/powerpoint/2010/main" val="4264514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55269"/>
            <a:ext cx="11774647" cy="631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47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28" y="0"/>
            <a:ext cx="9663765" cy="327259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29" y="3195589"/>
            <a:ext cx="9663764" cy="366241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3069" y="1559194"/>
            <a:ext cx="4792980" cy="393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831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29759"/>
            <a:ext cx="7916774" cy="203324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2363003"/>
            <a:ext cx="7916774" cy="449499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534" y="96254"/>
            <a:ext cx="6256422" cy="565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903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30" y="115503"/>
            <a:ext cx="11463688" cy="645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21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55" y="182881"/>
            <a:ext cx="8462359" cy="42979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55" y="4403822"/>
            <a:ext cx="9914021" cy="23049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967603"/>
            <a:ext cx="3810000" cy="343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993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25" y="202130"/>
            <a:ext cx="8836997" cy="65548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327" y="1020276"/>
            <a:ext cx="6256419" cy="446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480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31" y="336884"/>
            <a:ext cx="11049801" cy="630454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0446" y="250658"/>
            <a:ext cx="4930742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017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55" y="0"/>
            <a:ext cx="11242307" cy="676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150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75</TotalTime>
  <Words>66</Words>
  <Application>Microsoft Office PowerPoint</Application>
  <PresentationFormat>Widescreen</PresentationFormat>
  <Paragraphs>14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7</cp:revision>
  <dcterms:created xsi:type="dcterms:W3CDTF">2026-10-11T05:28:41Z</dcterms:created>
  <dcterms:modified xsi:type="dcterms:W3CDTF">2026-10-11T06:44:01Z</dcterms:modified>
</cp:coreProperties>
</file>